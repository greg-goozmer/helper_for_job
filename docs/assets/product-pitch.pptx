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431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46F6"/>
          </a:solidFill>
          <a:ln w="12700">
            <a:solidFill>
              <a:srgbClr val="5B4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Assistant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164592"/>
            <a:ext cx="3200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164592"/>
            <a:ext cx="3200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7726680" y="502920"/>
            <a:ext cx="3931920" cy="3931920"/>
          </a:xfrm>
          <a:prstGeom prst="arc">
            <a:avLst/>
          </a:prstGeom>
          <a:solidFill>
            <a:srgbClr val="E4DEFF">
              <a:alpha val="70000"/>
            </a:srgbClr>
          </a:solidFill>
          <a:ln w="12700">
            <a:solidFill>
              <a:srgbClr val="E4D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05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AI-ПОМОЩНИК ДЛЯ СОБЕСЕДОВАНИЙ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844464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Подготовка к собеседованию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управляемый процесс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8529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Понимает цель, измеряет готовность, тренирует слабые места и показывает следующий шаг.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5216" y="61447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+ competency graph + AI-интервьюер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164592"/>
            <a:ext cx="3200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247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Подготовка к собеседованиям сегодня — набор разрозненных действий без понятного контроля прогресса.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847088"/>
            <a:ext cx="516636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48256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756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26464" y="20208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Разрозненные источники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414016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Вакансии, статьи, курсы и вопросы из разных мест — сложно понять, что реально нужно.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45352" y="1847088"/>
            <a:ext cx="516636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48256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0756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50024" y="20208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Неясный уровень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50024" y="2414016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Самооценка субъективна: кандидат не понимает, насколько он готов именно к выбранному грейду.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21792" y="3813048"/>
            <a:ext cx="516636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14216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416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26464" y="39867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Мало качественной практики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379976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Обычный список вопросов не объясняет, что в ответе было слабым и как улучшиться.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245352" y="3813048"/>
            <a:ext cx="516636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14216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0416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50024" y="39867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следующего шага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0024" y="4379976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теста пользователь получает балл, но не понимает, что тренировать и когда перепроверяться.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164592"/>
            <a:ext cx="3200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8">
            <a:extLst>
              <a:ext uri="{FF2B5EF4-FFF2-40B4-BE49-F238E27FC236}">
                <a16:creationId xmlns:a16="http://schemas.microsoft.com/office/drawing/2014/main" id="{9710C6CE-1C88-0A1B-F4DB-D584471C24E4}"/>
              </a:ext>
            </a:extLst>
          </p:cNvPr>
          <p:cNvSpPr/>
          <p:nvPr/>
        </p:nvSpPr>
        <p:spPr>
          <a:xfrm>
            <a:off x="5181600" y="1993392"/>
            <a:ext cx="1828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7792" y="1965960"/>
            <a:ext cx="1828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35356C66-FF02-0F5C-A6E8-471EEF074F2A}"/>
              </a:ext>
            </a:extLst>
          </p:cNvPr>
          <p:cNvSpPr/>
          <p:nvPr/>
        </p:nvSpPr>
        <p:spPr>
          <a:xfrm>
            <a:off x="5321808" y="2130079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66928" y="5669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79103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продукт ведёт пользователя от выбора карьерной цели до измеримого роста готовности к собеседованию.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828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39696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671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Профессия + грейд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56032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38856" y="2139223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2008" y="2166655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27904" y="2495839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Матрица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27904" y="2742727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Требования и навыки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18888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2157511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17520" y="250088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17520" y="27477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Объективный baseline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077456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34072" y="1965960"/>
            <a:ext cx="1828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98664" y="2139696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21671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98664" y="249631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Тренировка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98664" y="27432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по пробелам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336024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92640" y="1965960"/>
            <a:ext cx="1828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2139696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0384" y="21671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57232" y="249631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Повторная оценка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57232" y="27432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Рост readiness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94944" y="38221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25296" y="3813048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как источник знаний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25296" y="405079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Требования по профессиям и грейдам, вакансии, рубрики ответов и типовые вопросы.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144768" y="38221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CF5FF"/>
          </a:solidFill>
          <a:ln w="12700">
            <a:solidFill>
              <a:srgbClr val="ECF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3813048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 не “на глаз”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405079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Ответы проверяются по rubric: обязательные элементы, ошибки и глубина понимания.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94944" y="4892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25296" y="488289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Карьерные переходы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25296" y="512064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показывает смежные профессии и реальные gaps между текущим и целевым профилем.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144768" y="4892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488289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Закрытый цикл развития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75120" y="512064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не повышает readiness напрямую — прогресс подтверждается новой оценкой.</a:t>
            </a:r>
            <a:endParaRPr lang="en-US" sz="102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164592"/>
            <a:ext cx="3200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841248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в итоге получает пользователь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4447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“чат с вопросами”, а понятную систему управления готовностью к следующему карьерному шагу.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401568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426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25968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Понимаю, куда могу перейти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2889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fit и смежные роли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7408" y="2423160"/>
            <a:ext cx="3401568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26426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5776" y="25968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Знаю, что от меня ждут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65776" y="2889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Матрица компетенций по грейду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74736" y="2423160"/>
            <a:ext cx="3401568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6426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33104" y="25968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Вижу свой реальный уровень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33104" y="2889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и readiness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401568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684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39227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Тренирую только слабое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98448" y="4215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AI-feedback по конкретным gaps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3749040"/>
            <a:ext cx="3401568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0288" y="39684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65776" y="39227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Подтверждаю прогресс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65776" y="4215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Reassessment и динамика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16568" y="58613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Assistant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164592"/>
            <a:ext cx="3200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310</Words>
  <Application>Microsoft Office PowerPoint</Application>
  <PresentationFormat>Широкоэкранный</PresentationFormat>
  <Paragraphs>78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Interview Assistant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Assistant — AI-помощник для подготовки к собеседованиям</dc:title>
  <dc:subject>Interview Assistant product pitch</dc:subject>
  <dc:creator>OpenAI</dc:creator>
  <cp:lastModifiedBy>ADM</cp:lastModifiedBy>
  <cp:revision>2</cp:revision>
  <dcterms:created xsi:type="dcterms:W3CDTF">2026-10-10T09:11:40Z</dcterms:created>
  <dcterms:modified xsi:type="dcterms:W3CDTF">2026-10-10T10:34:53Z</dcterms:modified>
</cp:coreProperties>
</file>